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9144000" cy="5143500" type="screen16x9"/>
  <p:notesSz cx="6858000" cy="9144000"/>
  <p:embeddedFontLst>
    <p:embeddedFont>
      <p:font typeface="Google Sans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AFDA6F-CF6F-4176-8A50-04816CDD85F0}" v="3" dt="2026-08-10T11:10:01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" y="4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shika Agarwal" userId="c5338213b1b72c71" providerId="LiveId" clId="{E919946F-0011-48BD-B23D-84CBA4B329D4}"/>
    <pc:docChg chg="undo custSel modSld">
      <pc:chgData name="Vanshika Agarwal" userId="c5338213b1b72c71" providerId="LiveId" clId="{E919946F-0011-48BD-B23D-84CBA4B329D4}" dt="2026-08-10T11:14:03.442" v="218" actId="20577"/>
      <pc:docMkLst>
        <pc:docMk/>
      </pc:docMkLst>
      <pc:sldChg chg="modSp mod">
        <pc:chgData name="Vanshika Agarwal" userId="c5338213b1b72c71" providerId="LiveId" clId="{E919946F-0011-48BD-B23D-84CBA4B329D4}" dt="2026-08-10T11:09:25.576" v="97" actId="20577"/>
        <pc:sldMkLst>
          <pc:docMk/>
          <pc:sldMk cId="0" sldId="256"/>
        </pc:sldMkLst>
        <pc:spChg chg="mod">
          <ac:chgData name="Vanshika Agarwal" userId="c5338213b1b72c71" providerId="LiveId" clId="{E919946F-0011-48BD-B23D-84CBA4B329D4}" dt="2026-08-10T11:09:25.576" v="97" actId="2057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Vanshika Agarwal" userId="c5338213b1b72c71" providerId="LiveId" clId="{E919946F-0011-48BD-B23D-84CBA4B329D4}" dt="2026-08-10T11:07:55.267" v="74"/>
          <ac:spMkLst>
            <pc:docMk/>
            <pc:sldMk cId="0" sldId="256"/>
            <ac:spMk id="61" creationId="{00000000-0000-0000-0000-000000000000}"/>
          </ac:spMkLst>
        </pc:spChg>
      </pc:sldChg>
      <pc:sldChg chg="addSp delSp modSp mod">
        <pc:chgData name="Vanshika Agarwal" userId="c5338213b1b72c71" providerId="LiveId" clId="{E919946F-0011-48BD-B23D-84CBA4B329D4}" dt="2026-08-10T11:10:42.653" v="142" actId="20577"/>
        <pc:sldMkLst>
          <pc:docMk/>
          <pc:sldMk cId="3268693283" sldId="257"/>
        </pc:sldMkLst>
        <pc:spChg chg="add mod">
          <ac:chgData name="Vanshika Agarwal" userId="c5338213b1b72c71" providerId="LiveId" clId="{E919946F-0011-48BD-B23D-84CBA4B329D4}" dt="2026-08-10T11:10:01.902" v="106" actId="767"/>
          <ac:spMkLst>
            <pc:docMk/>
            <pc:sldMk cId="3268693283" sldId="257"/>
            <ac:spMk id="2" creationId="{0F07A767-B555-B83E-7B95-6296A5943165}"/>
          </ac:spMkLst>
        </pc:spChg>
        <pc:spChg chg="add del mod">
          <ac:chgData name="Vanshika Agarwal" userId="c5338213b1b72c71" providerId="LiveId" clId="{E919946F-0011-48BD-B23D-84CBA4B329D4}" dt="2026-08-10T11:10:42.653" v="142" actId="20577"/>
          <ac:spMkLst>
            <pc:docMk/>
            <pc:sldMk cId="3268693283" sldId="257"/>
            <ac:spMk id="57" creationId="{B880B516-E07E-0C3A-0091-A27F2132F6A0}"/>
          </ac:spMkLst>
        </pc:spChg>
      </pc:sldChg>
      <pc:sldChg chg="modSp mod">
        <pc:chgData name="Vanshika Agarwal" userId="c5338213b1b72c71" providerId="LiveId" clId="{E919946F-0011-48BD-B23D-84CBA4B329D4}" dt="2026-08-10T11:12:33.440" v="174" actId="20577"/>
        <pc:sldMkLst>
          <pc:docMk/>
          <pc:sldMk cId="525755885" sldId="258"/>
        </pc:sldMkLst>
        <pc:spChg chg="mod">
          <ac:chgData name="Vanshika Agarwal" userId="c5338213b1b72c71" providerId="LiveId" clId="{E919946F-0011-48BD-B23D-84CBA4B329D4}" dt="2026-08-10T11:12:33.440" v="174" actId="20577"/>
          <ac:spMkLst>
            <pc:docMk/>
            <pc:sldMk cId="525755885" sldId="258"/>
            <ac:spMk id="57" creationId="{499AC807-79B9-C2A8-71EB-E186E9EC66BF}"/>
          </ac:spMkLst>
        </pc:spChg>
      </pc:sldChg>
      <pc:sldChg chg="modSp mod">
        <pc:chgData name="Vanshika Agarwal" userId="c5338213b1b72c71" providerId="LiveId" clId="{E919946F-0011-48BD-B23D-84CBA4B329D4}" dt="2026-08-10T11:05:46.889" v="67" actId="20577"/>
        <pc:sldMkLst>
          <pc:docMk/>
          <pc:sldMk cId="1759679716" sldId="259"/>
        </pc:sldMkLst>
        <pc:spChg chg="mod">
          <ac:chgData name="Vanshika Agarwal" userId="c5338213b1b72c71" providerId="LiveId" clId="{E919946F-0011-48BD-B23D-84CBA4B329D4}" dt="2026-08-10T11:05:46.889" v="67" actId="20577"/>
          <ac:spMkLst>
            <pc:docMk/>
            <pc:sldMk cId="1759679716" sldId="259"/>
            <ac:spMk id="57" creationId="{1F7540B7-D8E8-2747-8B8B-686BADB53297}"/>
          </ac:spMkLst>
        </pc:spChg>
      </pc:sldChg>
      <pc:sldChg chg="modSp mod">
        <pc:chgData name="Vanshika Agarwal" userId="c5338213b1b72c71" providerId="LiveId" clId="{E919946F-0011-48BD-B23D-84CBA4B329D4}" dt="2026-08-10T11:14:03.442" v="218" actId="20577"/>
        <pc:sldMkLst>
          <pc:docMk/>
          <pc:sldMk cId="2164630112" sldId="260"/>
        </pc:sldMkLst>
        <pc:spChg chg="mod">
          <ac:chgData name="Vanshika Agarwal" userId="c5338213b1b72c71" providerId="LiveId" clId="{E919946F-0011-48BD-B23D-84CBA4B329D4}" dt="2026-08-10T11:14:03.442" v="218" actId="20577"/>
          <ac:spMkLst>
            <pc:docMk/>
            <pc:sldMk cId="2164630112" sldId="260"/>
            <ac:spMk id="57" creationId="{84814525-F5A6-040B-B32B-970AC5B14E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2402244-1558-3D85-D3E8-91588169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36C39BC5-371C-3885-298B-D6AE565DF5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EB282F69-BB21-1F89-F874-4B25596AC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142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0186E4F-AEA7-63E8-7140-F7A2D0263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64222770-9277-8314-6552-49A913BAC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31CB485C-0703-B6EA-F271-0FA3101CB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567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CFECB5D-34D6-B0C1-A54B-1D604475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334630E0-A59E-6919-06E9-DD617CFD7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BD9B4A01-FE50-EEB3-DBA4-07686F1A1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212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B7EBFAD-6938-41B9-FD8D-6966825B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A2FECE51-C1A8-C9F7-0512-D7C35826C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D6AF885C-6103-AAB8-B177-BB701D347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43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144063F-8473-DACF-32EB-42E5B34B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50D467AE-8094-97EF-C008-ECFF01F862FA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C191B090-A2C1-5370-5F40-C6EDDD3FA29F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Ananya Verma 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79FD38C8-C64D-AA3C-818F-5E44BC4A598A}"/>
              </a:ext>
            </a:extLst>
          </p:cNvPr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1F7540B7-D8E8-2747-8B8B-686BADB53297}"/>
              </a:ext>
            </a:extLst>
          </p:cNvPr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26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Fashion Designer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Pune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Designer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B538D634-FCEE-D8F7-F77C-0B10BA385400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want to browse — I know exactly what I need, just let me reorder it fast.”</a:t>
            </a:r>
            <a:endParaRPr lang="en-US" sz="1800" dirty="0"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3E0780D2-D530-38ED-1A94-F3309AC7C4BF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her usual skincare routine in under a minute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ingredient lists before buying anything new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 when a </a:t>
            </a:r>
            <a:r>
              <a:rPr lang="en-US" dirty="0" err="1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</a:t>
            </a: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is back in stock</a:t>
            </a:r>
            <a:endParaRPr lang="en-US" dirty="0"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051F1196-6A6D-2F92-B2E9-46E1A64FE8E5}"/>
              </a:ext>
            </a:extLst>
          </p:cNvPr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to search from scratch every time instead of reordering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details are buried under multiple taps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items go out of stock with no alert</a:t>
            </a:r>
            <a:endParaRPr lang="en-US" dirty="0"/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F1E0C156-EDFB-2B34-D492-AF0812B30F9B}"/>
              </a:ext>
            </a:extLst>
          </p:cNvPr>
          <p:cNvSpPr txBox="1"/>
          <p:nvPr/>
        </p:nvSpPr>
        <p:spPr>
          <a:xfrm>
            <a:off x="3651375" y="3773476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400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the same 5-6 products every month, checks reviews only for products she hasn't tried, adds new items to her </a:t>
            </a:r>
            <a:r>
              <a:rPr lang="en-US" dirty="0" err="1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buy later on sale.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580418CB-3A24-9906-2EAC-510C687B04F9}"/>
              </a:ext>
            </a:extLst>
          </p:cNvPr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latin typeface="Google Sans"/>
                <a:ea typeface="Google Sans"/>
                <a:cs typeface="Google Sans"/>
                <a:sym typeface="Google Sans"/>
              </a:rPr>
              <a:t>Add image that represents this persona</a:t>
            </a:r>
            <a:endParaRPr sz="11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759679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Priya Nair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29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BBA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Bihar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Unemployed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800"/>
            </a:pPr>
            <a:r>
              <a:rPr lang="en-US" sz="18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have both apps open in two tabs before I spend a single rupee.”</a:t>
            </a:r>
            <a:endParaRPr lang="en-US" sz="18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prices for the same product across both apps quickly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coupons and cashback offers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final price, including delivery, before checkout</a:t>
            </a:r>
            <a:endParaRPr lang="en-US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to leave the app to check prices elsewhere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often show “invalid” with no clear reason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charges only appear on the final payment screen</a:t>
            </a:r>
            <a:endParaRPr lang="en-US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400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items to cart on both apps, waits for sale notifications, checks coupon codes on external sites before applying them.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Google Sans"/>
                <a:ea typeface="Google Sans"/>
                <a:cs typeface="Google Sans"/>
                <a:sym typeface="Google Sans"/>
              </a:rPr>
              <a:t>Add image that represents this persona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FCE1963-44C5-3A72-A507-490A03AC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5AB3C1A8-79D2-6EE6-1513-637CC6FB0440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D08E3D55-3FA4-25A5-13EA-5378BC41FD9D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Devika Rane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01CA5F-D491-591D-FDE5-AD61EA24E6A5}"/>
              </a:ext>
            </a:extLst>
          </p:cNvPr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B880B516-E07E-0C3A-0091-A27F2132F6A0}"/>
              </a:ext>
            </a:extLst>
          </p:cNvPr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45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MBA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Delhi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Homemaker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4E79E5D4-70E6-F969-7E1A-020BF7C1A25E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800"/>
            </a:pPr>
            <a:r>
              <a:rPr lang="en-US" sz="18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daughter showed me how to use it once. I'm scared I'll click the wrong thing and lose my money.”</a:t>
            </a:r>
            <a:endParaRPr lang="en-US" sz="18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1290085-FAC6-8043-CCBE-BA1FE9DC17C1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happens right after placing an order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confident that her payment actually went through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to reach someone if something goes wrong</a:t>
            </a:r>
            <a:endParaRPr lang="en-US" dirty="0"/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06CB934E-1200-3DC4-6524-D3D6ABD41F53}"/>
              </a:ext>
            </a:extLst>
          </p:cNvPr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confirmation of what to expect after checkout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screens feel unfamiliar and move quickly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easily find a phone number or chat option for help</a:t>
            </a:r>
            <a:endParaRPr lang="en-US" dirty="0"/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1A6D44B2-084F-4665-1779-193BED8A9223}"/>
              </a:ext>
            </a:extLst>
          </p:cNvPr>
          <p:cNvSpPr txBox="1"/>
          <p:nvPr/>
        </p:nvSpPr>
        <p:spPr>
          <a:xfrm>
            <a:off x="3651375" y="3773476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story or scenario that conveys the persona’s user journey, highlighting their goals, frustrations, and other relevant context. 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9377316F-162B-E48E-4456-BC07731B04F4}"/>
              </a:ext>
            </a:extLst>
          </p:cNvPr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Google Sans"/>
                <a:ea typeface="Google Sans"/>
                <a:cs typeface="Google Sans"/>
                <a:sym typeface="Google Sans"/>
              </a:rPr>
              <a:t>Add image that represents this persona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26869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F0F5601-0324-78F3-3128-DB1DE498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91B8DAFB-DF08-B56B-3922-4CEE209BA629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70DA1B63-5704-8238-7E63-3EDC79495D50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Kabir Mehta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3998FCCD-43B4-21FA-243F-256DFE8917D8}"/>
              </a:ext>
            </a:extLst>
          </p:cNvPr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499AC807-79B9-C2A8-71EB-E186E9EC66BF}"/>
              </a:ext>
            </a:extLst>
          </p:cNvPr>
          <p:cNvSpPr txBox="1"/>
          <p:nvPr/>
        </p:nvSpPr>
        <p:spPr>
          <a:xfrm>
            <a:off x="1707850" y="3602308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19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Medical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Bombay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Student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544D6EE6-F5CA-598E-A227-92F91099B37C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800"/>
            </a:pPr>
            <a:r>
              <a:rPr lang="en-US" sz="18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get in, buy what I need, and get out — not scroll through makeup I'll never buy.”</a:t>
            </a:r>
            <a:endParaRPr lang="en-US" sz="1800" dirty="0"/>
          </a:p>
          <a:p>
            <a:pPr lvl="0" algn="ctr">
              <a:buSzPts val="1800"/>
            </a:pP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113DE2D1-4F7F-0E1E-4646-DACF27DFCFF6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men's grooming products without wading through unrelated categories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or three products quickly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checkout in as few screens as possible</a:t>
            </a:r>
            <a:endParaRPr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84F93E8-F484-22EB-544D-B322A00735F3}"/>
              </a:ext>
            </a:extLst>
          </p:cNvPr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grooming section is small and hard to find from the homepage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side-by-side comparison for similar products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has more steps than it needs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B9541770-B98B-609E-EF6A-6274641DD928}"/>
              </a:ext>
            </a:extLst>
          </p:cNvPr>
          <p:cNvSpPr txBox="1"/>
          <p:nvPr/>
        </p:nvSpPr>
        <p:spPr>
          <a:xfrm>
            <a:off x="3651375" y="369052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400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app already knowing what he wants, rarely browses categories, abandons the cart if checkout feels long.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13AE1ABC-1284-CFF6-A3BF-D8FCDE508824}"/>
              </a:ext>
            </a:extLst>
          </p:cNvPr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Google Sans"/>
                <a:ea typeface="Google Sans"/>
                <a:cs typeface="Google Sans"/>
                <a:sym typeface="Google Sans"/>
              </a:rPr>
              <a:t>Add image that represents this persona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52575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C22FDD2-2034-7B62-B015-1829F444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554A655E-5728-368B-A4FB-9C0C96EB6257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9E7B968A-5C47-4A83-8E65-47B8B511936A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Meher Kaur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688D4F54-05A1-0958-68AB-C97B453DEDE8}"/>
              </a:ext>
            </a:extLst>
          </p:cNvPr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84814525-F5A6-040B-B32B-970AC5B14EB0}"/>
              </a:ext>
            </a:extLst>
          </p:cNvPr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34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Marketing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Pune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Marketi</a:t>
            </a: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ng Manager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B341EC19-CA52-4383-C5C2-B3F51473D85C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800"/>
            </a:pPr>
            <a:r>
              <a:rPr lang="en-US" sz="18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what I buy on this app isn't even for me — it's for someone else's birthday.”</a:t>
            </a: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C766EA14-F26C-E8C9-C037-5D39B151E5BA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curated gift sets by occasion or budget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gift note or gift wrap at checkout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clear price breakdown when bundling items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B5EEF84E-2084-FBCD-5BD2-1A67D4175ECA}"/>
              </a:ext>
            </a:extLst>
          </p:cNvPr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Gift-set filtering isn't obvious from the search bar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gift-wrap or gift-note option during checkout</a:t>
            </a: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discounts aren't clearly explained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B2119BDC-BDBB-465B-4B23-1028B0D2D972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400"/>
            </a:pPr>
            <a:r>
              <a:rPr lang="en-US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in short bursts before birthdays and festivals, compares three to four gift sets before deciding, often orders two of the same item as a backup gift.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1E3E5A0F-1220-45F6-A3C1-4C1E68D6B85B}"/>
              </a:ext>
            </a:extLst>
          </p:cNvPr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Google Sans"/>
                <a:ea typeface="Google Sans"/>
                <a:cs typeface="Google Sans"/>
                <a:sym typeface="Google Sans"/>
              </a:rPr>
              <a:t>Add image that represents this persona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1646301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606</Words>
  <Application>Microsoft Office PowerPoint</Application>
  <PresentationFormat>On-screen Show (16:9)</PresentationFormat>
  <Paragraphs>110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Google Sans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VANSHIKA</dc:creator>
  <cp:lastModifiedBy>Vanshika Agarwal</cp:lastModifiedBy>
  <cp:revision>1</cp:revision>
  <dcterms:modified xsi:type="dcterms:W3CDTF">2026-08-10T11:14:10Z</dcterms:modified>
</cp:coreProperties>
</file>