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77A7-6A09-B2B5-0E2D-24A82C490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7F9A2-C016-A13C-C392-8B9EBFEAD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75D8D-DE93-F546-DC61-7C1F60C9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9630B-7441-76C2-98F8-F8ABCFF3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8F428-C023-2454-AC7A-36DB1FA3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07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CB07-3B0A-AF7C-B610-F98D35CE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FF19-69C9-7EFB-C9AA-6E93582F1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83BC2-3572-7F50-95E3-067ACFE7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46266-6B46-EB8A-D48C-3E6DC732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C07DE-3549-B441-315F-7C5073C1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55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D058-1487-DDED-CA69-544A1085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024C-2AAD-2B43-3258-CE43AA65C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D1FE4-85D5-0A48-3EFA-EF779E04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04462-E68A-0632-B316-D3B4AB4C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D87DC-6F90-1339-0986-8B6FDF62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95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9344-42AF-3CD9-F558-B2EDEEEF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78CD-4C0C-D53B-3BFE-707222133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4A0C9-34C0-89B6-196B-E27E7C9DE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9216C-1CAF-B478-6921-CB0ECBE5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1BDD2-085D-D63E-0A81-E4C88A70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E9F28-669D-6640-7E57-5669EDEC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46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94C7-FA24-9301-C013-08C63D6C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1243B-F0AA-6099-D069-7F65012EC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0B99B-A87F-8CB8-5B04-5DAD1FC50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20602-CEE7-62F1-334C-5CD864ED9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96288-A03B-CECA-67F8-9FEC02220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FE4104-B0DB-BE25-2ABC-00075BD1B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ADD69-0CE7-C8B6-19D6-8C45B7C35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085321-FB39-97CD-F185-E9125583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3970-899B-1566-D3D3-2A18846EC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268B86-2697-ED8C-3FE3-35F6F6EB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6F474-6FDD-4F92-678D-4D9D78B0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C4675-EB19-D238-23C1-2AF6D39D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95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647FAB-A0D8-0414-3291-314C8F10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B771E-05C2-B754-4124-6BE91BD9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50977-E8E1-D829-784C-C43936CF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27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C258B-38E4-1196-CB9F-066DC88E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EA33C-C1D0-EABD-1C89-303CB9BED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F5456-98F6-ED99-FF39-972BC9A57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660E6-C11A-3175-D52C-72828940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CB7BD-75CF-A094-35EC-117E9C276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BC6D1-DB72-C99B-35F0-A2BC45B2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63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D457-1CCC-B537-6725-94DE7542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2BF8A-BA15-87D1-9C15-39A2129FE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1217C-1027-FFF0-B099-C254B6666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907CD-30BD-9700-41D6-520D5AB9B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16031-6E02-805C-8FD7-1CE33EE1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8966E-6469-0653-094F-AE8E0DEF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62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F36A-94F0-60AA-FD05-C74ACFA0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ECAEF-FFEE-A929-EF5A-6FFCB27DF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3EF01-C51A-2D03-C606-F490CD2B1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9F902-8532-BCDD-7F9E-F92C0AD3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70DBE-2536-44BD-7082-A549EBBA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0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AF4343-6361-5741-13F8-C08391A71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E55B8-3BD1-BBE9-E7DD-1F8D2C100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1B5D5-C7B9-1E93-B750-B7B4B568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FE37C-4C90-2370-48D6-9212A24D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A0EDB-BA3A-2D8F-E44E-BB6FB156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5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C687F5-D5B3-2655-C455-0A859EAF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4245E-7056-BEFF-8BAB-8D836A6C4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0E485-EBB5-9DD0-E597-1D07B41F1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BE57E-F155-4AFF-BA22-D6E91470299F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A8E4F-639A-B0B3-FABA-8F1D3E85F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9C1A8-6962-3E84-1178-41D21584F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AE03F-E2C6-4BE9-89CC-09A8C0DB8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90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BCB206B-B2FE-783A-469E-DEAA1343D01B}"/>
              </a:ext>
            </a:extLst>
          </p:cNvPr>
          <p:cNvSpPr/>
          <p:nvPr/>
        </p:nvSpPr>
        <p:spPr>
          <a:xfrm>
            <a:off x="4864509" y="2113938"/>
            <a:ext cx="2462981" cy="21139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ANANYA VERMA 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89531C-888A-8E86-961E-1E800F9BA94A}"/>
              </a:ext>
            </a:extLst>
          </p:cNvPr>
          <p:cNvCxnSpPr/>
          <p:nvPr/>
        </p:nvCxnSpPr>
        <p:spPr>
          <a:xfrm>
            <a:off x="6095999" y="127819"/>
            <a:ext cx="0" cy="6469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D3405A-3ABC-7A21-05DA-6AA730AA5A5F}"/>
              </a:ext>
            </a:extLst>
          </p:cNvPr>
          <p:cNvCxnSpPr/>
          <p:nvPr/>
        </p:nvCxnSpPr>
        <p:spPr>
          <a:xfrm>
            <a:off x="334297" y="3244645"/>
            <a:ext cx="113562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97179E-BF4C-73A0-ACCD-B83E3742EFC5}"/>
              </a:ext>
            </a:extLst>
          </p:cNvPr>
          <p:cNvSpPr txBox="1"/>
          <p:nvPr/>
        </p:nvSpPr>
        <p:spPr>
          <a:xfrm>
            <a:off x="2276986" y="248471"/>
            <a:ext cx="621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SAYS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C27100-A51E-72BA-31F4-CA635159B27A}"/>
              </a:ext>
            </a:extLst>
          </p:cNvPr>
          <p:cNvSpPr txBox="1"/>
          <p:nvPr/>
        </p:nvSpPr>
        <p:spPr>
          <a:xfrm>
            <a:off x="8422105" y="433137"/>
            <a:ext cx="871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THINKS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E2586E-86A1-A343-A765-7FA008B2B752}"/>
              </a:ext>
            </a:extLst>
          </p:cNvPr>
          <p:cNvSpPr txBox="1"/>
          <p:nvPr/>
        </p:nvSpPr>
        <p:spPr>
          <a:xfrm>
            <a:off x="2117558" y="3625516"/>
            <a:ext cx="695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B4E4D1-B85F-5C36-7CD4-3524A1BAAC60}"/>
              </a:ext>
            </a:extLst>
          </p:cNvPr>
          <p:cNvSpPr txBox="1"/>
          <p:nvPr/>
        </p:nvSpPr>
        <p:spPr>
          <a:xfrm>
            <a:off x="8390021" y="365760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FEELS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D9DA5-FD1D-73F7-4C6C-5F9ED626AF75}"/>
              </a:ext>
            </a:extLst>
          </p:cNvPr>
          <p:cNvSpPr txBox="1"/>
          <p:nvPr/>
        </p:nvSpPr>
        <p:spPr>
          <a:xfrm>
            <a:off x="501444" y="998673"/>
            <a:ext cx="4831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1. I just want to reorder what I always buy.</a:t>
            </a:r>
          </a:p>
          <a:p>
            <a:pPr lvl="0"/>
            <a:r>
              <a:rPr lang="en-IN" dirty="0"/>
              <a:t>2. Why do I have to search for this every time.</a:t>
            </a:r>
          </a:p>
          <a:p>
            <a:pPr lvl="0"/>
            <a:r>
              <a:rPr lang="en-IN" dirty="0"/>
              <a:t>3. I need to know what's in this before I buy it.</a:t>
            </a:r>
          </a:p>
          <a:p>
            <a:pPr lvl="0"/>
            <a:r>
              <a:rPr lang="en-IN" dirty="0"/>
              <a:t>4. Let me know when my product is back in stock.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0D4F67-50B2-7AD2-21FF-69B2F568B561}"/>
              </a:ext>
            </a:extLst>
          </p:cNvPr>
          <p:cNvSpPr txBox="1"/>
          <p:nvPr/>
        </p:nvSpPr>
        <p:spPr>
          <a:xfrm>
            <a:off x="6717470" y="1123233"/>
            <a:ext cx="5153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AutoNum type="arabicPeriod"/>
            </a:pPr>
            <a:r>
              <a:rPr lang="en-IN" dirty="0"/>
              <a:t>I already know what works for me.</a:t>
            </a:r>
          </a:p>
          <a:p>
            <a:pPr lvl="0"/>
            <a:r>
              <a:rPr lang="en-IN" dirty="0"/>
              <a:t>2. This is taking longer than it should.</a:t>
            </a:r>
          </a:p>
          <a:p>
            <a:pPr lvl="0"/>
            <a:r>
              <a:rPr lang="en-IN" dirty="0"/>
              <a:t>3. A shortcut for my usual order would save me time.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BBAD5F-8FAA-6ABC-2FD7-6E7F9CEB2EE8}"/>
              </a:ext>
            </a:extLst>
          </p:cNvPr>
          <p:cNvSpPr txBox="1"/>
          <p:nvPr/>
        </p:nvSpPr>
        <p:spPr>
          <a:xfrm>
            <a:off x="8101263" y="368968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33BB6F-C075-ED4F-685A-876125E3741D}"/>
              </a:ext>
            </a:extLst>
          </p:cNvPr>
          <p:cNvSpPr txBox="1"/>
          <p:nvPr/>
        </p:nvSpPr>
        <p:spPr>
          <a:xfrm>
            <a:off x="465657" y="4442728"/>
            <a:ext cx="50922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1. Searches for the same 5-6 products monthly.</a:t>
            </a:r>
          </a:p>
          <a:p>
            <a:pPr lvl="0"/>
            <a:r>
              <a:rPr lang="en-IN" dirty="0"/>
              <a:t>2. Checks ingredients only for new products.</a:t>
            </a:r>
          </a:p>
          <a:p>
            <a:pPr lvl="0"/>
            <a:r>
              <a:rPr lang="en-IN" dirty="0"/>
              <a:t>3. Adds new items to </a:t>
            </a:r>
            <a:r>
              <a:rPr lang="en-IN" dirty="0" err="1"/>
              <a:t>wishlist</a:t>
            </a:r>
            <a:r>
              <a:rPr lang="en-IN" dirty="0"/>
              <a:t> for later.</a:t>
            </a:r>
          </a:p>
          <a:p>
            <a:pPr lvl="0"/>
            <a:r>
              <a:rPr lang="en-IN" dirty="0"/>
              <a:t>4. Reads reviews before trying something unfamiliar.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9FB39F-5666-BA79-DA3A-98CFC93A8259}"/>
              </a:ext>
            </a:extLst>
          </p:cNvPr>
          <p:cNvSpPr txBox="1"/>
          <p:nvPr/>
        </p:nvSpPr>
        <p:spPr>
          <a:xfrm>
            <a:off x="6441624" y="4384516"/>
            <a:ext cx="57047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1. Loyal to the brand overall.</a:t>
            </a:r>
          </a:p>
          <a:p>
            <a:pPr lvl="0"/>
            <a:r>
              <a:rPr lang="en-IN" dirty="0"/>
              <a:t>2. Mildly annoyed by repetitive searching.</a:t>
            </a:r>
          </a:p>
          <a:p>
            <a:pPr lvl="0"/>
            <a:r>
              <a:rPr lang="en-IN" dirty="0"/>
              <a:t>3. Reassured when ingredient info is easy to find.</a:t>
            </a:r>
          </a:p>
          <a:p>
            <a:pPr lvl="0"/>
            <a:r>
              <a:rPr lang="en-IN" dirty="0"/>
              <a:t>4. Frustrated when a </a:t>
            </a:r>
            <a:r>
              <a:rPr lang="en-IN" dirty="0" err="1"/>
              <a:t>wishlist</a:t>
            </a:r>
            <a:r>
              <a:rPr lang="en-IN" dirty="0"/>
              <a:t> item goes out of stock silently.</a:t>
            </a:r>
          </a:p>
          <a:p>
            <a:pPr lvl="0"/>
            <a:r>
              <a:rPr lang="en-IN" dirty="0"/>
              <a:t>5. Satisfied when reorder is quick.</a:t>
            </a:r>
          </a:p>
        </p:txBody>
      </p:sp>
    </p:spTree>
    <p:extLst>
      <p:ext uri="{BB962C8B-B14F-4D97-AF65-F5344CB8AC3E}">
        <p14:creationId xmlns:p14="http://schemas.microsoft.com/office/powerpoint/2010/main" val="81832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Vanshika Agarwal</dc:creator>
  <cp:lastModifiedBy>Vanshika Agarwal</cp:lastModifiedBy>
  <cp:revision>1</cp:revision>
  <dcterms:created xsi:type="dcterms:W3CDTF">2026-08-10T18:22:15Z</dcterms:created>
  <dcterms:modified xsi:type="dcterms:W3CDTF">2026-08-10T18:23:35Z</dcterms:modified>
</cp:coreProperties>
</file>