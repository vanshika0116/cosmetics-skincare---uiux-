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4"/>
  </p:notesMasterIdLst>
  <p:sldIdLst>
    <p:sldId id="256" r:id="rId3"/>
  </p:sldIdLst>
  <p:sldSz cx="9144000" cy="5143500" type="screen16x9"/>
  <p:notesSz cx="6858000" cy="9144000"/>
  <p:embeddedFontLst>
    <p:embeddedFont>
      <p:font typeface="Google Sans" panose="020B0604020202020204" charset="0"/>
      <p:regular r:id="rId5"/>
      <p:bold r:id="rId6"/>
      <p:italic r:id="rId7"/>
      <p:boldItalic r:id="rId8"/>
    </p:embeddedFont>
    <p:embeddedFont>
      <p:font typeface="Google Sans Medium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C211AA-8E92-4AC1-9DFD-8A9CC75738AA}" v="5" dt="2026-08-10T10:30:22.939"/>
  </p1510:revLst>
</p1510:revInfo>
</file>

<file path=ppt/tableStyles.xml><?xml version="1.0" encoding="utf-8"?>
<a:tblStyleLst xmlns:a="http://schemas.openxmlformats.org/drawingml/2006/main" def="{304D6E6D-7547-4EDF-B692-FFDF4C537E73}">
  <a:tblStyle styleId="{304D6E6D-7547-4EDF-B692-FFDF4C537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shika Agarwal" userId="c5338213b1b72c71" providerId="LiveId" clId="{E919946F-0011-48BD-B23D-84CBA4B329D4}"/>
    <pc:docChg chg="undo custSel modSld">
      <pc:chgData name="Vanshika Agarwal" userId="c5338213b1b72c71" providerId="LiveId" clId="{E919946F-0011-48BD-B23D-84CBA4B329D4}" dt="2026-08-10T17:09:50.835" v="73" actId="20577"/>
      <pc:docMkLst>
        <pc:docMk/>
      </pc:docMkLst>
      <pc:sldChg chg="modSp mod">
        <pc:chgData name="Vanshika Agarwal" userId="c5338213b1b72c71" providerId="LiveId" clId="{E919946F-0011-48BD-B23D-84CBA4B329D4}" dt="2026-08-10T17:09:50.835" v="73" actId="20577"/>
        <pc:sldMkLst>
          <pc:docMk/>
          <pc:sldMk cId="0" sldId="256"/>
        </pc:sldMkLst>
        <pc:graphicFrameChg chg="mod modGraphic">
          <ac:chgData name="Vanshika Agarwal" userId="c5338213b1b72c71" providerId="LiveId" clId="{E919946F-0011-48BD-B23D-84CBA4B329D4}" dt="2026-08-10T17:09:50.835" v="73" actId="20577"/>
          <ac:graphicFrameMkLst>
            <pc:docMk/>
            <pc:sldMk cId="0" sldId="256"/>
            <ac:graphicFrameMk id="189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White Text" type="title">
  <p:cSld name="TITLE">
    <p:bg>
      <p:bgPr>
        <a:solidFill>
          <a:srgbClr val="05050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effectLst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Google Sans"/>
              <a:buNone/>
              <a:defRPr sz="72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">
  <p:cSld name="TITLE_6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title" idx="2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">
  <p:cSld name="TITLE_6_1">
    <p:bg>
      <p:bgPr>
        <a:solidFill>
          <a:srgbClr val="C6DAFC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7200"/>
              <a:buFont typeface="Google Sans"/>
              <a:buNone/>
              <a:defRPr sz="72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400"/>
              <a:buFont typeface="Google Sans Medium"/>
              <a:buNone/>
              <a:defRPr sz="14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">
  <p:cSld name="TITLE_6_1_1">
    <p:bg>
      <p:bgPr>
        <a:solidFill>
          <a:srgbClr val="FAD2C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7200"/>
              <a:buFont typeface="Google Sans"/>
              <a:buNone/>
              <a:defRPr sz="720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Font typeface="Google Sans Medium"/>
              <a:buNone/>
              <a:defRPr sz="1400">
                <a:solidFill>
                  <a:srgbClr val="C5221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C52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">
  <p:cSld name="TITLE_6_1_1_1">
    <p:bg>
      <p:bgPr>
        <a:solidFill>
          <a:srgbClr val="CEEAD6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7200"/>
              <a:buFont typeface="Google Sans"/>
              <a:buNone/>
              <a:defRPr sz="72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3168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Font typeface="Google Sans Medium"/>
              <a:buNone/>
              <a:defRPr sz="14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8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 1">
  <p:cSld name="TITLE_6_1_1_1_1">
    <p:bg>
      <p:bgPr>
        <a:solidFill>
          <a:srgbClr val="FEEFC3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7200"/>
              <a:buFont typeface="Google Sans"/>
              <a:buNone/>
              <a:defRPr sz="72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4194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EA8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0" name="Google Shape;80;p20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81" name="Google Shape;81;p20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title" idx="3"/>
          </p:nvPr>
        </p:nvSpPr>
        <p:spPr>
          <a:xfrm>
            <a:off x="124549" y="877650"/>
            <a:ext cx="891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title" idx="4"/>
          </p:nvPr>
        </p:nvSpPr>
        <p:spPr>
          <a:xfrm>
            <a:off x="938098" y="877650"/>
            <a:ext cx="64779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2">
  <p:cSld name="TITLE_AND_BODY_1_2">
    <p:bg>
      <p:bgPr>
        <a:solidFill>
          <a:srgbClr val="050505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None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>
  <p:cSld name="TITLE_AND_BODY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96" name="Google Shape;96;p23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 idx="3"/>
          </p:nvPr>
        </p:nvSpPr>
        <p:spPr>
          <a:xfrm>
            <a:off x="547022" y="73251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title" idx="4"/>
          </p:nvPr>
        </p:nvSpPr>
        <p:spPr>
          <a:xfrm>
            <a:off x="5665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title" idx="5"/>
          </p:nvPr>
        </p:nvSpPr>
        <p:spPr>
          <a:xfrm>
            <a:off x="5491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/>
          <p:nvPr/>
        </p:nvSpPr>
        <p:spPr>
          <a:xfrm>
            <a:off x="5906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title" idx="6"/>
          </p:nvPr>
        </p:nvSpPr>
        <p:spPr>
          <a:xfrm>
            <a:off x="26731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title" idx="7"/>
          </p:nvPr>
        </p:nvSpPr>
        <p:spPr>
          <a:xfrm>
            <a:off x="26557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26972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title" idx="8"/>
          </p:nvPr>
        </p:nvSpPr>
        <p:spPr>
          <a:xfrm>
            <a:off x="4779717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title" idx="9"/>
          </p:nvPr>
        </p:nvSpPr>
        <p:spPr>
          <a:xfrm>
            <a:off x="47623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6" name="Google Shape;106;p23"/>
          <p:cNvSpPr/>
          <p:nvPr/>
        </p:nvSpPr>
        <p:spPr>
          <a:xfrm>
            <a:off x="48038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3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  <p15:guide id="3" pos="405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7">
  <p:cSld name="TITLE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>
            <a:spLocks noGrp="1"/>
          </p:cNvSpPr>
          <p:nvPr>
            <p:ph type="title"/>
          </p:nvPr>
        </p:nvSpPr>
        <p:spPr>
          <a:xfrm>
            <a:off x="471908" y="744575"/>
            <a:ext cx="8222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ubTitle" idx="1"/>
          </p:nvPr>
        </p:nvSpPr>
        <p:spPr>
          <a:xfrm>
            <a:off x="471900" y="2834125"/>
            <a:ext cx="8222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, Big Text 1">
  <p:cSld name="CUSTOM_1_3_1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subTitle" idx="1"/>
          </p:nvPr>
        </p:nvSpPr>
        <p:spPr>
          <a:xfrm>
            <a:off x="512600" y="363000"/>
            <a:ext cx="3154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7291550" y="4759871"/>
            <a:ext cx="17160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google_logo Design </a:t>
            </a:r>
            <a:endParaRPr sz="100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144400" y="666750"/>
            <a:ext cx="7287300" cy="3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Char char="●"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marL="1828800" lvl="3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marL="2286000" lvl="4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marL="2743200" lvl="5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marL="3200400" lvl="6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marL="3657600" lvl="7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marL="4114800" lvl="8" indent="-3683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ldNum" idx="12"/>
          </p:nvPr>
        </p:nvSpPr>
        <p:spPr>
          <a:xfrm>
            <a:off x="144409" y="473996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186800" y="125326"/>
            <a:ext cx="2854800" cy="3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8" name="Google Shape;118;p25"/>
          <p:cNvSpPr/>
          <p:nvPr/>
        </p:nvSpPr>
        <p:spPr>
          <a:xfrm>
            <a:off x="295489" y="479931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6891900" y="186907"/>
            <a:ext cx="2099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464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+ Proprietary</a:t>
            </a:r>
            <a:endParaRPr sz="800">
              <a:solidFill>
                <a:srgbClr val="64646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 1">
  <p:cSld name="TITLE_6_2">
    <p:bg>
      <p:bgPr>
        <a:solidFill>
          <a:srgbClr val="1DE9B6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title" idx="2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23" name="Google Shape;123;p2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line title">
  <p:cSld name="BLANK_5_1_2_1_2"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title"/>
          </p:nvPr>
        </p:nvSpPr>
        <p:spPr>
          <a:xfrm>
            <a:off x="377575" y="742925"/>
            <a:ext cx="5541000" cy="12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subTitle" idx="1"/>
          </p:nvPr>
        </p:nvSpPr>
        <p:spPr>
          <a:xfrm>
            <a:off x="377575" y="1834750"/>
            <a:ext cx="3984300" cy="21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" name="Google Shape;129;p28"/>
          <p:cNvCxnSpPr/>
          <p:nvPr/>
        </p:nvCxnSpPr>
        <p:spPr>
          <a:xfrm>
            <a:off x="499275" y="1609425"/>
            <a:ext cx="5850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0" name="Google Shape;130;p2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317224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8">
  <p:cSld name="TITLE_8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 with title">
  <p:cSld name="CUSTOM_2_1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>
            <a:spLocks noGrp="1"/>
          </p:cNvSpPr>
          <p:nvPr>
            <p:ph type="title"/>
          </p:nvPr>
        </p:nvSpPr>
        <p:spPr>
          <a:xfrm>
            <a:off x="377575" y="285725"/>
            <a:ext cx="7519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141" name="Google Shape;141;p3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88699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32"/>
          <p:cNvSpPr/>
          <p:nvPr/>
        </p:nvSpPr>
        <p:spPr>
          <a:xfrm>
            <a:off x="241450" y="4077968"/>
            <a:ext cx="8526300" cy="857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2"/>
          <p:cNvSpPr/>
          <p:nvPr/>
        </p:nvSpPr>
        <p:spPr>
          <a:xfrm>
            <a:off x="241450" y="2846757"/>
            <a:ext cx="8526300" cy="1180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2"/>
          <p:cNvSpPr/>
          <p:nvPr/>
        </p:nvSpPr>
        <p:spPr>
          <a:xfrm>
            <a:off x="241450" y="1386655"/>
            <a:ext cx="8526300" cy="140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2"/>
          <p:cNvSpPr/>
          <p:nvPr/>
        </p:nvSpPr>
        <p:spPr>
          <a:xfrm>
            <a:off x="241450" y="754678"/>
            <a:ext cx="8526300" cy="580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2"/>
          <p:cNvSpPr txBox="1"/>
          <p:nvPr/>
        </p:nvSpPr>
        <p:spPr>
          <a:xfrm>
            <a:off x="166622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2"/>
          <p:cNvSpPr txBox="1"/>
          <p:nvPr/>
        </p:nvSpPr>
        <p:spPr>
          <a:xfrm>
            <a:off x="30770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2"/>
          <p:cNvSpPr txBox="1"/>
          <p:nvPr/>
        </p:nvSpPr>
        <p:spPr>
          <a:xfrm>
            <a:off x="45164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2"/>
          <p:cNvSpPr txBox="1"/>
          <p:nvPr/>
        </p:nvSpPr>
        <p:spPr>
          <a:xfrm>
            <a:off x="5925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2"/>
          <p:cNvSpPr txBox="1"/>
          <p:nvPr/>
        </p:nvSpPr>
        <p:spPr>
          <a:xfrm>
            <a:off x="7347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2"/>
          <p:cNvSpPr txBox="1"/>
          <p:nvPr/>
        </p:nvSpPr>
        <p:spPr>
          <a:xfrm>
            <a:off x="2441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32"/>
          <p:cNvCxnSpPr/>
          <p:nvPr/>
        </p:nvCxnSpPr>
        <p:spPr>
          <a:xfrm>
            <a:off x="1668323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55;p32"/>
          <p:cNvCxnSpPr/>
          <p:nvPr/>
        </p:nvCxnSpPr>
        <p:spPr>
          <a:xfrm>
            <a:off x="308820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p32"/>
          <p:cNvCxnSpPr/>
          <p:nvPr/>
        </p:nvCxnSpPr>
        <p:spPr>
          <a:xfrm>
            <a:off x="4508094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Google Shape;157;p32"/>
          <p:cNvCxnSpPr/>
          <p:nvPr/>
        </p:nvCxnSpPr>
        <p:spPr>
          <a:xfrm>
            <a:off x="592797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32"/>
          <p:cNvCxnSpPr/>
          <p:nvPr/>
        </p:nvCxnSpPr>
        <p:spPr>
          <a:xfrm>
            <a:off x="248438" y="754675"/>
            <a:ext cx="0" cy="418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32"/>
          <p:cNvCxnSpPr/>
          <p:nvPr/>
        </p:nvCxnSpPr>
        <p:spPr>
          <a:xfrm>
            <a:off x="7347865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32"/>
          <p:cNvCxnSpPr/>
          <p:nvPr/>
        </p:nvCxnSpPr>
        <p:spPr>
          <a:xfrm>
            <a:off x="8767750" y="754675"/>
            <a:ext cx="2700" cy="416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" name="Google Shape;161;p32"/>
          <p:cNvSpPr txBox="1"/>
          <p:nvPr/>
        </p:nvSpPr>
        <p:spPr>
          <a:xfrm>
            <a:off x="171175" y="119650"/>
            <a:ext cx="59988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Persona:</a:t>
            </a:r>
            <a:b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2"/>
          <p:cNvSpPr txBox="1"/>
          <p:nvPr/>
        </p:nvSpPr>
        <p:spPr>
          <a:xfrm rot="-5400000">
            <a:off x="-175500" y="881750"/>
            <a:ext cx="6294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2"/>
          <p:cNvSpPr txBox="1"/>
          <p:nvPr/>
        </p:nvSpPr>
        <p:spPr>
          <a:xfrm rot="-5400000">
            <a:off x="-173200" y="1951913"/>
            <a:ext cx="5649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2"/>
          <p:cNvSpPr txBox="1"/>
          <p:nvPr/>
        </p:nvSpPr>
        <p:spPr>
          <a:xfrm rot="-5400000">
            <a:off x="-326800" y="3280432"/>
            <a:ext cx="872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Emotions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 rot="-5400000">
            <a:off x="-409450" y="4377825"/>
            <a:ext cx="1003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241450" y="754678"/>
            <a:ext cx="8526300" cy="59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241450" y="4114209"/>
            <a:ext cx="8526300" cy="86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2"/>
          <p:cNvSpPr/>
          <p:nvPr/>
        </p:nvSpPr>
        <p:spPr>
          <a:xfrm>
            <a:off x="241450" y="2869572"/>
            <a:ext cx="8526300" cy="1193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2"/>
          <p:cNvSpPr/>
          <p:nvPr/>
        </p:nvSpPr>
        <p:spPr>
          <a:xfrm>
            <a:off x="241450" y="1393547"/>
            <a:ext cx="8526300" cy="1424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32"/>
          <p:cNvCxnSpPr/>
          <p:nvPr/>
        </p:nvCxnSpPr>
        <p:spPr>
          <a:xfrm>
            <a:off x="308820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32"/>
          <p:cNvCxnSpPr/>
          <p:nvPr/>
        </p:nvCxnSpPr>
        <p:spPr>
          <a:xfrm>
            <a:off x="4508094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" name="Google Shape;172;p32"/>
          <p:cNvCxnSpPr/>
          <p:nvPr/>
        </p:nvCxnSpPr>
        <p:spPr>
          <a:xfrm>
            <a:off x="592797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p32"/>
          <p:cNvCxnSpPr/>
          <p:nvPr/>
        </p:nvCxnSpPr>
        <p:spPr>
          <a:xfrm>
            <a:off x="248438" y="754675"/>
            <a:ext cx="0" cy="423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p32"/>
          <p:cNvCxnSpPr/>
          <p:nvPr/>
        </p:nvCxnSpPr>
        <p:spPr>
          <a:xfrm>
            <a:off x="7347865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32"/>
          <p:cNvCxnSpPr/>
          <p:nvPr/>
        </p:nvCxnSpPr>
        <p:spPr>
          <a:xfrm>
            <a:off x="8767750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32"/>
          <p:cNvSpPr txBox="1"/>
          <p:nvPr/>
        </p:nvSpPr>
        <p:spPr>
          <a:xfrm>
            <a:off x="73478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27440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2"/>
          <p:cNvSpPr txBox="1"/>
          <p:nvPr/>
        </p:nvSpPr>
        <p:spPr>
          <a:xfrm>
            <a:off x="308505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45059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5925875" y="13874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16651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32"/>
          <p:cNvCxnSpPr/>
          <p:nvPr/>
        </p:nvCxnSpPr>
        <p:spPr>
          <a:xfrm>
            <a:off x="1668323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/>
        </p:nvSpPr>
        <p:spPr>
          <a:xfrm>
            <a:off x="171174" y="119650"/>
            <a:ext cx="3209107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Google Sans"/>
                <a:ea typeface="Google Sans"/>
                <a:cs typeface="Google Sans"/>
                <a:sym typeface="Google Sans"/>
              </a:rPr>
              <a:t>Persona: Ananya Verma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171664" y="4079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300"/>
              </a:spcAft>
            </a:pPr>
            <a:r>
              <a:rPr lang="en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 </a:t>
            </a:r>
            <a:r>
              <a:rPr lang="en-IN" sz="1100" dirty="0"/>
              <a:t>To quickly reorder her regular skincare products and easily explore new products with clear information and minimal effort.</a:t>
            </a:r>
            <a:endParaRPr sz="11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/>
          <p:cNvGraphicFramePr/>
          <p:nvPr>
            <p:extLst>
              <p:ext uri="{D42A27DB-BD31-4B8C-83A1-F6EECF244321}">
                <p14:modId xmlns:p14="http://schemas.microsoft.com/office/powerpoint/2010/main" val="4276876834"/>
              </p:ext>
            </p:extLst>
          </p:nvPr>
        </p:nvGraphicFramePr>
        <p:xfrm>
          <a:off x="280950" y="691040"/>
          <a:ext cx="8582100" cy="4468680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Open App</a:t>
                      </a:r>
                      <a:endParaRPr sz="1100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Login</a:t>
                      </a:r>
                      <a:endParaRPr sz="110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Search Products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Add to Cart and Checkout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Post-Purchase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5700">
                <a:tc>
                  <a:txBody>
                    <a:bodyPr/>
                    <a:lstStyle/>
                    <a:p>
                      <a:pPr marL="177800" lvl="0" indent="-1143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/>
                        <a:t>Open </a:t>
                      </a:r>
                      <a:r>
                        <a:rPr lang="en-IN" sz="1100" dirty="0" err="1"/>
                        <a:t>Nykaa</a:t>
                      </a:r>
                      <a:r>
                        <a:rPr lang="en-IN" sz="1100" dirty="0"/>
                        <a:t>/Tira app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-IN" sz="1100" dirty="0"/>
                        <a:t>View homepage banners &amp; categories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/>
                        <a:t>Login / use saved account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-IN" sz="1100" dirty="0"/>
                        <a:t>Access homepage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/>
                        <a:t>Search product directly OR browse categories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</a:t>
                      </a:r>
                      <a:r>
                        <a:rPr lang="en-IN" sz="1100" dirty="0"/>
                        <a:t>Check reviews &amp; ingredients 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Compare products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/>
                        <a:t>Add product to cart 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Review cart 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Proceed to payment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-IN" sz="1100" dirty="0"/>
                        <a:t>Track order 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B. View past purchases 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C. Reorder frequently bought items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sz="1100" b="1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Curious but slightly overwhelmed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Neutral / slightly annoyed if slow 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Confused - hopeful</a:t>
                      </a:r>
                      <a:endParaRPr sz="11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Confident if smooth</a:t>
                      </a:r>
                    </a:p>
                  </a:txBody>
                  <a:tcPr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User emotions 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14300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Cleaner homepage with fewer distractions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One-tap login / auto-login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Smart search + personalized recommendations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Simplified checkout flow 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Sticky “Buy Now” option</a:t>
                      </a:r>
                      <a:endParaRPr sz="1100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“Reorder in 1 click” feature 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Smart reminders &amp; restock alerts</a:t>
                      </a:r>
                      <a:endParaRPr sz="14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263238"/>
      </a:dk1>
      <a:lt1>
        <a:srgbClr val="FFFFFF"/>
      </a:lt1>
      <a:dk2>
        <a:srgbClr val="919090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181</Words>
  <Application>Microsoft Office PowerPoint</Application>
  <PresentationFormat>On-screen Show (16:9)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Google Sans</vt:lpstr>
      <vt:lpstr>Google Sans Medium</vt:lpstr>
      <vt:lpstr>Arial</vt:lpstr>
      <vt:lpstr>Simple Light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VANSHIKA</dc:creator>
  <cp:lastModifiedBy>Vanshika Agarwal</cp:lastModifiedBy>
  <cp:revision>1</cp:revision>
  <dcterms:modified xsi:type="dcterms:W3CDTF">2026-08-10T17:09:55Z</dcterms:modified>
</cp:coreProperties>
</file>